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·  FOUNDATIONS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Fundamentals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Machine Learning Mentorship Program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46634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32720" y="1554480"/>
            <a:ext cx="1188720" cy="118872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7254" y="1709014"/>
            <a:ext cx="879653" cy="879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Sessions, One Foundation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25400" dir="5400000">
              <a:srgbClr val="8B9B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" y="211272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&amp; Data Structures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core data types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dicts, sets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16552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25400" dir="5400000">
              <a:srgbClr val="8B9BA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01168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353" y="211272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82312" y="3291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Flow, Functions &amp; OOP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82312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loops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classes basics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284464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25400" dir="5400000">
              <a:srgbClr val="8B9BA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50224" y="2011680"/>
            <a:ext cx="777240" cy="77724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265" y="2112721"/>
            <a:ext cx="575158" cy="5751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50224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650224" y="3291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I/O &amp; Environment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650224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Reading/writing files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venv, pip, practice project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Syntax &amp; Variables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367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defines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braces — consistent 4-space indents mark code blocks (if, for, def, class).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609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don't need declared types; Python infers the type at assignment.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85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types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995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 — the building blocks for everything else.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1888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200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# for single-line notes; explain the why, not just the what.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810512"/>
            <a:ext cx="502920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 &amp; dynamic typing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"Ada"        # str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14             # int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 = 3.8             # float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is_enrolled = True    # bool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formatting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print(f"{name} is {age} years old")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assignment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z = 1, 2,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Core Data Structures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0948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22783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mutable, allows duplicates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5029200"/>
            <a:ext cx="2359152" cy="548640"/>
          </a:xfrm>
          <a:prstGeom prst="roundRect">
            <a:avLst>
              <a:gd name="adj" fmla="val 10000"/>
            </a:avLst>
          </a:prstGeom>
          <a:solidFill>
            <a:srgbClr val="0F2A3D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5029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[85, 90, 78]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56432" y="169164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2464" y="201168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74" y="209489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28346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685032" y="322783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 — fixed once created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39312" y="5029200"/>
            <a:ext cx="2359152" cy="548640"/>
          </a:xfrm>
          <a:prstGeom prst="roundRect">
            <a:avLst>
              <a:gd name="adj" fmla="val 10000"/>
            </a:avLst>
          </a:prstGeom>
          <a:solidFill>
            <a:srgbClr val="0F2A3D"/>
          </a:solidFill>
          <a:ln/>
        </p:spPr>
      </p:sp>
      <p:sp>
        <p:nvSpPr>
          <p:cNvPr id="17" name="Text 13"/>
          <p:cNvSpPr/>
          <p:nvPr/>
        </p:nvSpPr>
        <p:spPr>
          <a:xfrm>
            <a:off x="3749040" y="5029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= (4, 7)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64224" y="169164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20256" y="201168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466" y="209489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92824" y="28346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6592824" y="322783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Key–value pairs, fast lookups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547104" y="5029200"/>
            <a:ext cx="2359152" cy="548640"/>
          </a:xfrm>
          <a:prstGeom prst="roundRect">
            <a:avLst>
              <a:gd name="adj" fmla="val 10000"/>
            </a:avLst>
          </a:prstGeom>
          <a:solidFill>
            <a:srgbClr val="0F2A3D"/>
          </a:solidFill>
          <a:ln/>
        </p:spPr>
      </p:sp>
      <p:sp>
        <p:nvSpPr>
          <p:cNvPr id="24" name="Text 19"/>
          <p:cNvSpPr/>
          <p:nvPr/>
        </p:nvSpPr>
        <p:spPr>
          <a:xfrm>
            <a:off x="6656832" y="5029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{"name": "Ada"}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272016" y="169164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528048" y="201168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258" y="2094890"/>
            <a:ext cx="473659" cy="47365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00616" y="28346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9500616" y="322783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only unique values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454896" y="5029200"/>
            <a:ext cx="2359152" cy="548640"/>
          </a:xfrm>
          <a:prstGeom prst="roundRect">
            <a:avLst>
              <a:gd name="adj" fmla="val 10000"/>
            </a:avLst>
          </a:prstGeom>
          <a:solidFill>
            <a:srgbClr val="0F2A3D"/>
          </a:solidFill>
          <a:ln/>
        </p:spPr>
      </p:sp>
      <p:sp>
        <p:nvSpPr>
          <p:cNvPr id="31" name="Text 25"/>
          <p:cNvSpPr/>
          <p:nvPr/>
        </p:nvSpPr>
        <p:spPr>
          <a:xfrm>
            <a:off x="9564624" y="50292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unique_ids = {1, 2, 3}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Flow: Making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80274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19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execution based on conditions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27628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791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lists, strings, ranges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372298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39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a condition stays true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68310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599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/ continue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4892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early or skip to the next iteration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72200" y="16916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400800" y="1856232"/>
            <a:ext cx="502920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grade in grades: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grade &gt;= 70: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print("Pass")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grade &gt;= 50: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print("Credit")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print("Retake")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3: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+= 1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Function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2011680"/>
          </a:xfrm>
          <a:prstGeom prst="roundRect">
            <a:avLst>
              <a:gd name="adj" fmla="val 3636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62179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calculate_average(scores):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the mean of a list of scores."""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sum(scores)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 / len(scores)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68496"/>
            <a:ext cx="118872" cy="1188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58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that starts a function definition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425696"/>
            <a:ext cx="118872" cy="1188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159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calculate_average(scores) 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 + parameters it accepts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82896"/>
            <a:ext cx="118872" cy="1188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7731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"""docstring""" 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the function does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340096"/>
            <a:ext cx="118872" cy="1188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303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value back to the caller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43800" y="16916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basics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18120" y="242316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arguments: def greet(name="there")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args: def total(*args)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args: def config(**kwargs)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reusable, testable blocks of logic — the building blocks of every larger program.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 Basics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64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for creating objects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280858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instance built from a class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376870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on an object (self.name)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72882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645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defined inside a class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806440" y="173736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035040" y="1901952"/>
            <a:ext cx="53949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grades):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self.grades = grades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average(self):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sum(self.grades) / len(self.grades)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= Student("Ada", [85, 90, 78])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print(ada.average())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&amp; Writing Files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file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51560" y="2907792"/>
            <a:ext cx="438912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open("scores.txt") as f: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print(line.strip())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'with' auto-closes the file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even if an error occurs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227" y="204322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file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92240" y="274320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20840" y="2907792"/>
            <a:ext cx="438912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open("results.txt", "w") as f: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f.write("Ada: 84.3\n")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"a" to append instead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of overwriting the file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Environments &amp; pip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isolate dependencies?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20482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each project's packages separate — no version conflicts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29914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environment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31912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sets up a clean, isolated Python install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13446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pip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3342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package manager pulls libraries from PyPI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400800" y="1901952"/>
            <a:ext cx="502920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&amp; activate (macOS/Linux)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.venv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activate (Windows)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&amp; save dependencies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SESSION —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Project: Grade Tracker CLI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command-line tool that ties every concept from this week into one working program.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students in a dict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names, values are lists of grades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1488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44368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add_grade(), average(), and top_student()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74336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57216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7" name="Text 15"/>
          <p:cNvSpPr/>
          <p:nvPr/>
        </p:nvSpPr>
        <p:spPr>
          <a:xfrm>
            <a:off x="515721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38928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Student class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38928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data and behavior together (optional stretch)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87184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70064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7006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51776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the roster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control flow to flag pass/credit/retake per student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00032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8B9BA8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82912" y="219456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91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64624" y="288036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results to a file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64624" y="37033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summary report using file I/O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Learn This Week's Material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377440"/>
        </p:xfrm>
        <a:graphic>
          <a:graphicData uri="http://schemas.openxmlformats.org/drawingml/2006/table">
            <a:tbl>
              <a:tblPr/>
              <a:tblGrid>
                <a:gridCol w="4206240"/>
                <a:gridCol w="539496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syntax &amp; basics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Python.org official tutorial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freeCodeCamp — Python for Everybody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guided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Codecademy — Learn Python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2F6F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526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hands-on coding, 40% concept learning. End the week by running your Grade Tracker project end-to-end and pushing it to a GitHub repo — this becomes the first entry in your portfolio.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4904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Complete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Python foundation every later topic builds on — data structures, control flow, functions, basic OOP, and file handling.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5029200" cy="0"/>
          </a:xfrm>
          <a:prstGeom prst="line">
            <a:avLst/>
          </a:prstGeom>
          <a:noFill/>
          <a:ln w="19050">
            <a:solidFill>
              <a:srgbClr val="2B4A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Python for Data: NumPy, Pandas &amp; Visualization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2026-08-20T11:23:04Z</dcterms:created>
  <dcterms:modified xsi:type="dcterms:W3CDTF">2026-08-20T11:23:04Z</dcterms:modified>
</cp:coreProperties>
</file>