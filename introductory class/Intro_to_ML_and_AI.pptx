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WEEK 1  ·  THE BIG PICTURE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&amp; AI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words actually mean, before you write a single line of code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332720" y="1554480"/>
            <a:ext cx="1097280" cy="109728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5366" y="1697126"/>
            <a:ext cx="811987" cy="8119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Artificial Intelligence?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broad field. Machine Learning and Deep Learning are specific approaches inside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43000" y="2103120"/>
            <a:ext cx="3931920" cy="3931920"/>
          </a:xfrm>
          <a:prstGeom prst="ellipse">
            <a:avLst/>
          </a:prstGeom>
          <a:solidFill>
            <a:srgbClr val="E3EDF3"/>
          </a:solidFill>
          <a:ln w="25400">
            <a:solidFill>
              <a:srgbClr val="1B4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2697480"/>
            <a:ext cx="2743200" cy="2743200"/>
          </a:xfrm>
          <a:prstGeom prst="ellipse">
            <a:avLst/>
          </a:prstGeom>
          <a:solidFill>
            <a:srgbClr val="BFDCE9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3291840"/>
            <a:ext cx="1554480" cy="1554480"/>
          </a:xfrm>
          <a:prstGeom prst="ellipse">
            <a:avLst/>
          </a:prstGeom>
          <a:solidFill>
            <a:srgbClr val="FFD43B"/>
          </a:solidFill>
          <a:ln w="25400">
            <a:solidFill>
              <a:srgbClr val="0F2E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2011680"/>
            <a:ext cx="219456" cy="219456"/>
          </a:xfrm>
          <a:prstGeom prst="ellipse">
            <a:avLst/>
          </a:prstGeom>
          <a:solidFill>
            <a:srgbClr val="1B4B6B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8928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240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system built to perform tasks that normally need human intelligence — reasoning, perception, decision-making.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3429000"/>
            <a:ext cx="219456" cy="21945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33101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36576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approach to AI: instead of hand-coding rules, the system learns patterns directly from data.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4846320"/>
            <a:ext cx="219456" cy="219456"/>
          </a:xfrm>
          <a:prstGeom prst="ellipse">
            <a:avLst/>
          </a:prstGeom>
          <a:solidFill>
            <a:srgbClr val="0F2E44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47274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5074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approach to ML using layered neural networks — powers image recognition, LLMs, and more.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Machine Learning, Really?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Programming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651760"/>
            <a:ext cx="4754880" cy="1600200"/>
          </a:xfrm>
          <a:prstGeom prst="roundRect">
            <a:avLst>
              <a:gd name="adj" fmla="val 4571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816352"/>
            <a:ext cx="42976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  +  Data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Program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Output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4348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explicit rules by hand (“if score &gt;= 70, pass”). The program only does exactly what you told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37960" y="2651760"/>
            <a:ext cx="4754880" cy="1600200"/>
          </a:xfrm>
          <a:prstGeom prst="roundRect">
            <a:avLst>
              <a:gd name="adj" fmla="val 4571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2816352"/>
            <a:ext cx="42976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 +  Output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Trained Model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Learned Rules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44348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show the system many examples of inputs and correct outputs. It figures out the pattern itself.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Types of Machine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834" y="214655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26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66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labeled examples — input paired with the correct answer.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48463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491032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student's exam score from study hours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16552" y="169164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36592" y="2057400"/>
            <a:ext cx="685800" cy="68580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746" y="2146554"/>
            <a:ext cx="507492" cy="5074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36592" y="2926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736592" y="3566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hidden patterns in data with no labeled answers given.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690872" y="48463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28032" y="491032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students by similar learning patterns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284464" y="169164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04504" y="2057400"/>
            <a:ext cx="685800" cy="68580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3658" y="2146554"/>
            <a:ext cx="507492" cy="5074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04504" y="2926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604504" y="3566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by trial and error, guided by rewards and penalties.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558784" y="48463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695944" y="491032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learning to play a game by scoring points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AROUND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Use AI &amp; ML Every 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227" y="213466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2377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YouTube/Netflix suggests next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737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0872" y="2057400"/>
            <a:ext cx="594360" cy="5943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139" y="213466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22392" y="2377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Siri, Google Assistant understanding speech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84464" y="1737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58784" y="2057400"/>
            <a:ext cx="594360" cy="5943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51" y="2134667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90304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290304" y="2377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inbox sorting junk automatically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251960"/>
            <a:ext cx="594360" cy="5943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227" y="4329227"/>
            <a:ext cx="439826" cy="4398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251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554480" y="4572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bots and AI assistants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39319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90872" y="4251960"/>
            <a:ext cx="594360" cy="5943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139" y="4329227"/>
            <a:ext cx="439826" cy="43982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22392" y="4251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5422392" y="4572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flagging unusual transactions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84464" y="39319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58784" y="4251960"/>
            <a:ext cx="594360" cy="5943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051" y="4329227"/>
            <a:ext cx="439826" cy="43982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90304" y="4251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Unlock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9290304" y="4572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recognizing your face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THE LANGUAGE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 You'll Use Every Week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47672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collection of examples used to train and test a model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/>
        </p:spPr>
      </p:sp>
      <p:sp>
        <p:nvSpPr>
          <p:cNvPr id="9" name="Shape 7"/>
          <p:cNvSpPr/>
          <p:nvPr/>
        </p:nvSpPr>
        <p:spPr>
          <a:xfrm>
            <a:off x="6382512" y="1947672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675120" y="22402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variables the model uses to make a prediction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3502152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97280" y="37947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answers in supervised learning (what you're predicting)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2461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382512" y="3502152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675120" y="37947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system that takes inputs and produces predictions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5056632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97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a model learning patterns from data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4800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2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2512" y="5056632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67512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output when given new, unseen input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COMES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Learning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pipeline is the spine of the whole 3-month program — Month 3 is entirely about the last two steps.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02336" y="246888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9496" y="2560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79776" y="246888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16936" y="2560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57216" y="246888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94376" y="2560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34656" y="246888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71816" y="2560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912096" y="246888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49256" y="2560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19556" y="2880360"/>
            <a:ext cx="640080" cy="64008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963570"/>
            <a:ext cx="473659" cy="47365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48056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276856" y="3383280"/>
            <a:ext cx="50292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396996" y="2880360"/>
            <a:ext cx="640080" cy="64008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206" y="2963570"/>
            <a:ext cx="473659" cy="47365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825496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Data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654296" y="3383280"/>
            <a:ext cx="50292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5774436" y="2880360"/>
            <a:ext cx="640080" cy="64008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646" y="2963570"/>
            <a:ext cx="473659" cy="47365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02936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7031736" y="3383280"/>
            <a:ext cx="50292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8151876" y="2880360"/>
            <a:ext cx="640080" cy="64008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086" y="2963570"/>
            <a:ext cx="473659" cy="473659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580376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9409176" y="3383280"/>
            <a:ext cx="50292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10529316" y="2880360"/>
            <a:ext cx="640080" cy="64008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2526" y="2963570"/>
            <a:ext cx="473659" cy="473659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957816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Monitor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CONCRETE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Tiny Example: Teaching a Model to Learn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the true relationship is </a:t>
            </a:r>
            <a:pPr indent="0" marL="0">
              <a:buNone/>
            </a:pPr>
            <a:r>
              <a:rPr lang="en-US" sz="14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2x + 1</a:t>
            </a:r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the model doesn't know that formula. It only sees example pairs and adjusts its own guess a little after each one — that adjustment process is “training.”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4343400"/>
          </a:xfrm>
          <a:prstGeom prst="roundRect">
            <a:avLst>
              <a:gd name="adj" fmla="val 1684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67712"/>
            <a:ext cx="106070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model starts with a random guess for the pattern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weight, bias = 0.0, 0.0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 = [(1, 3), (2, 5), (3, 7), (4, 9)]   # (x, y) pairs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epoch in range(1000):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x, y_actual in examples: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y_predicted = weight * x + bias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error = y_actual - y_predicted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nudge the guess a little closer to correct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weight += 0.01 * error * x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bias += 0.01 * error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print(f"Learned: y = {weight:.2f}x + {bias:.2f}")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approaches "y = 2.00x + 1.00" the true pattern,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learned purely from examples, with no formula given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49047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4688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You Have the Map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2960" y="3246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field, ML is how machines learn from data, and Deep Learning is the modern engine behind most breakthroughs. Every week from here builds one more piece of this picture.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434840"/>
            <a:ext cx="5029200" cy="0"/>
          </a:xfrm>
          <a:prstGeom prst="line">
            <a:avLst/>
          </a:prstGeom>
          <a:noFill/>
          <a:ln w="19050">
            <a:solidFill>
              <a:srgbClr val="2B4A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4983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Python Programming Fundamentals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2026-08-23T19:49:59Z</dcterms:created>
  <dcterms:modified xsi:type="dcterms:W3CDTF">2026-08-23T19:49:59Z</dcterms:modified>
</cp:coreProperties>
</file>