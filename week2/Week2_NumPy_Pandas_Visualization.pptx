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 ·  FOUNDATIONS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Data: NumPy, Pandas &amp; Visualization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Machine Learning Mentorship Program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46634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46634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32720" y="155448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7254" y="1709014"/>
            <a:ext cx="879653" cy="87965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Numbers to Real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25400" dir="5400000">
              <a:srgbClr val="8B9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441" y="211272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Arrays &amp; Vectorization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vectorized operations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rules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16552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25400" dir="5400000">
              <a:srgbClr val="8B9BA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011680"/>
            <a:ext cx="777240" cy="7772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353" y="211272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82312" y="3291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DataFrames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782312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merging data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&amp; aggregation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284464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25400" dir="5400000">
              <a:srgbClr val="8B9BA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50224" y="2011680"/>
            <a:ext cx="777240" cy="7772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265" y="2112721"/>
            <a:ext cx="575158" cy="5751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50224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650224" y="3291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&amp; Project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650224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Plotly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dataset exploration project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Array Basics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NumPy over plain lists?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store data in a compact, fixed-type block — far faster for numeric work than Python lists.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609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ndarray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NumPy's core object: an n-dimensional grid of values, all of the same type.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85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arrays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39959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np.array(), np.zeros(), np.ones(), np.arange(), np.linspace().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1888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indexing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50200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array has a .shape and .dtype; slice with the same [start:stop] syntax as lists.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810512"/>
            <a:ext cx="502920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 = np.array([85, 90, 78, 92])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print(grades.shape)   # (4,)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print(grades.dtype)   # int64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zeros = np.zeros((2, 3))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= np.arange(0, 10, 2)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evenly = np.linspace(0, 1, 5)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indexing &amp; slicing — just like lists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print(grades[0])      # 85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print(grades[1:3])    # [90 78]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Vectorization &amp; Broadcasting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85440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64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80160" y="2093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math to a whole array at once — no explicit for-loop needed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2997403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907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faster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80160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runs the loop in optimized C code under the hood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414040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050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80160" y="4379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automatically expands smaller arrays to match shapes during math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400800" y="1901952"/>
            <a:ext cx="502920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 = np.array([85, 90, 78, 92])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vectorized — applies to every element at once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curved = grades + 5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print(curved)   # [90 95 83 97]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broadcasting — a scalar 'stretches' to match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array's shape automatically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scaled = grades * 1.1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two arrays of compatible shapes also broadcast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= np.array([1, 2, 3, 4])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grades + bonus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DataFrames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vs. DataFrame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is one labeled column; a DataFrame is a full table of them.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609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is the most common way real datasets enter your pipeline.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85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 at data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39959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.head(), .info(), and .describe() are your first three commands, always.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1888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data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50200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.loc[] selects by label, .iloc[] selects by integer position.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810512"/>
            <a:ext cx="502920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pd.read_csv("students.csv")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# first 5 rows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# column types, nulls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# summary statistics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label-based vs position-based selection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df.loc[0, "name"]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df.iloc[0, 0]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selecting a column -&gt; a Series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df["name"]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Merging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4846320" cy="2834640"/>
          </a:xfrm>
          <a:prstGeom prst="roundRect">
            <a:avLst>
              <a:gd name="adj" fmla="val 2581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51560" y="2907792"/>
            <a:ext cx="43891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      # count missing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            # remove missing rows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           # fill missing values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  # count duplicates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df["age"].astype(int)  # fix a column type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594360" cy="59436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227" y="204322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92240" y="2743200"/>
            <a:ext cx="4846320" cy="2834640"/>
          </a:xfrm>
          <a:prstGeom prst="roundRect">
            <a:avLst>
              <a:gd name="adj" fmla="val 2581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20840" y="2907792"/>
            <a:ext cx="43891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stack rows from two DataFrames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pd.concat([df1, df2])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join on a shared column, like a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database JOIN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pd.merge(students, grades, on="id")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how="left" keeps all rows from the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left table even without a match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GroupBy: Split, Apply, Combine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2396" y="178308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16836" y="205740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0046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2396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65276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rows by a shared value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91356" y="2743200"/>
            <a:ext cx="54864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539996" y="178308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74436" y="205740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646" y="214061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9996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22876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function on each group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648956" y="2743200"/>
            <a:ext cx="54864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197596" y="178308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32036" y="205740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246" y="214061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97596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80476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results into one table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77240" y="4279392"/>
            <a:ext cx="106070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average grade per subject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df.groupby("subject")["grade"].mean()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aggregations at once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df.groupby("subject")["grade"].agg(["mean", "min", "max", "count"])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85440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64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2093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— line, bar, and scatter plots with full control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2997403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907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Matplotlib — statistical plots, heatmaps, nicer defaults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414040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050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4379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— zoom, hover, and filter in the browser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400800" y="1901952"/>
            <a:ext cx="502920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bar chart with matplotlib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df.groupby("subject")["grade"].mean().plot(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kind="bar", title="Average Grade by Subject"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plt.savefig("avg_by_subject.png")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nicer statistical view with seaborn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sns.boxplot(data=df, x="subject", y="grade")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SESSION —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Project: Dataset Explorer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raw dataset from CSV to cleaned insight to a saved chart — the core workflow of every data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student-scores dataset with 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1488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44368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duplicate 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74336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57216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7" name="Text 15"/>
          <p:cNvSpPr/>
          <p:nvPr/>
        </p:nvSpPr>
        <p:spPr>
          <a:xfrm>
            <a:off x="515721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38928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stats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38928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NumPy/Pandas for mean, min, max per subject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87184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70064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7006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51776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aggregate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to compare performance across subjects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00032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82912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91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564624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save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64624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chart image summarizing your findings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Learn This Week's Material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377440"/>
        </p:xfrm>
        <a:graphic>
          <a:graphicData uri="http://schemas.openxmlformats.org/drawingml/2006/table">
            <a:tbl>
              <a:tblPr/>
              <a:tblGrid>
                <a:gridCol w="4206240"/>
                <a:gridCol w="539496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Pandas, Data Viz basics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Learn micro-courses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Structured, guided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DataCamp — Data Analyst with 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&amp; deep dives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NumPy &amp; Pandas documentation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2F6F9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5262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Kaggle's Titanic or House Prices datasets this week — they're small, well-known, and perfect for applying cleaning, grouping, and visualization end to end.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49047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468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Complete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load, clean, reshape, and visualize real data — the foundation every ML model depends on before it ever sees a training loop.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206240"/>
            <a:ext cx="5029200" cy="0"/>
          </a:xfrm>
          <a:prstGeom prst="line">
            <a:avLst/>
          </a:prstGeom>
          <a:noFill/>
          <a:ln w="19050">
            <a:solidFill>
              <a:srgbClr val="2B4A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Math for ML: Linear Algebra, Calculus &amp; Statistics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2026-08-30T20:22:30Z</dcterms:created>
  <dcterms:modified xsi:type="dcterms:W3CDTF">2026-08-30T20:22:30Z</dcterms:modified>
</cp:coreProperties>
</file>