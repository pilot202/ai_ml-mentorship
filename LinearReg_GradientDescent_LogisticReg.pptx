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 ·  CORE ALGORITHMS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Regression,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&amp; Logistic Regression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from codebasics' Machine Learning Tutorial Python series (videos 2–4), plus a standard logistic regression example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332720" y="1417320"/>
            <a:ext cx="1097280" cy="109728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5366" y="1559966"/>
            <a:ext cx="811987" cy="8119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Foundational Algorithms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214655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home prices from area, and from area + bedrooms + age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746" y="214655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36592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sklearn actually finds the best-fit line, built from scratch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84464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04504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658" y="214655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04504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04504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predicting numbers to predicting yes/no outcomes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Linear Regression?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m·x + b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56946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597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straight line through the data that best predicts a numeric output from one or more inputs.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9242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82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(slope)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593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y changes for each one-unit increase in x.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0565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(intercept)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value of y when x is zero.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3834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286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2395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home's price from its area in square feet — the exact example used in the source tutorial.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VIDEO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Home Price from Area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3931920" cy="402336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(sqft)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($)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600200"/>
            <a:ext cx="6858000" cy="2697480"/>
          </a:xfrm>
          <a:prstGeom prst="roundRect">
            <a:avLst>
              <a:gd name="adj" fmla="val 2712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83480" y="1819656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LinearRegression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 = LinearRegression()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reg.fit(df[['area']], df.price)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print(reg.coef_)        # 135.79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print(reg.intercept_)   # 180616.44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reg.predict([[3300]])   # 628715.75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reg.predict([[5000]])   # 859554.79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4892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learns: price = 135.79 × area + 180616.44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the Best-Fit 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463040" y="1691640"/>
            <a:ext cx="9235440" cy="42062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2851912" y="4965192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660392" y="4759452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5564632" y="4142232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Shape 6"/>
          <p:cNvSpPr/>
          <p:nvPr/>
        </p:nvSpPr>
        <p:spPr>
          <a:xfrm>
            <a:off x="7373112" y="3182112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Shape 7"/>
          <p:cNvSpPr/>
          <p:nvPr/>
        </p:nvSpPr>
        <p:spPr>
          <a:xfrm>
            <a:off x="9181592" y="2564892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0" y="5625752"/>
            <a:ext cx="8138160" cy="-3352435"/>
          </a:xfrm>
          <a:prstGeom prst="line">
            <a:avLst/>
          </a:prstGeom>
          <a:noFill/>
          <a:ln w="38100">
            <a:solidFill>
              <a:srgbClr val="1B4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16752" y="3885527"/>
            <a:ext cx="128016" cy="128016"/>
          </a:xfrm>
          <a:prstGeom prst="ellipse">
            <a:avLst/>
          </a:prstGeom>
          <a:solidFill>
            <a:srgbClr val="FFD43B"/>
          </a:solidFill>
          <a:ln w="19050">
            <a:solidFill>
              <a:srgbClr val="0F2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53805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at area=3300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576072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(sqft)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178308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dots: training data.  Dark line: the fitted model.  Yellow dot: a new prediction.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VIDEO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More Variables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predicting price from area, bedrooms, AND age — with one missing bedrooms value to handle first.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m₁·area + m₂·bedrooms + m₃·age + 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64240" cy="3350895"/>
          </a:xfrm>
          <a:prstGeom prst="roundRect">
            <a:avLst>
              <a:gd name="adj" fmla="val 2183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79776"/>
            <a:ext cx="10607040" cy="284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bedrooms value is missing (NaN) -- fill it with the median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median_bedrooms = math.floor(df.bedrooms.median())   # 3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df.bedrooms = df.bedrooms.fillna(median_bedrooms)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 = LinearRegression()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reg.fit(df[['area', 'bedrooms', 'age']], df.price)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print(reg.coef_)        # [ 137.25  -26025.  -6825. 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print(reg.intercept_)   # 383725.0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reg.predict([[3000, 3, 40]])   # 444400.0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— VIDEO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Function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sklearn actually find m and b? It minimizes a cost function — here's how.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= (1/n) Σ (yᵢ − (m·xᵢ + b))²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935224"/>
            <a:ext cx="137160" cy="13716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072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(Mean Squared Error) measures how far the line's predictions are from the actual values, on average.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48456"/>
            <a:ext cx="137160" cy="13716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20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the errors penalizes big misses more than small ones, and keeps everything positive.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61688"/>
            <a:ext cx="137160" cy="13716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2336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(m, b) pair gives a different MSE — the “best” line is the one with the lowest MSE.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137160" cy="13716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469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is the algorithm that searches for that lowest point efficiently, without trying every possible line.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— VIDEO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Descent: The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19856" y="17373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54496" y="17373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89136" y="17373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49908" y="1965960"/>
            <a:ext cx="585216" cy="585216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5986" y="2042038"/>
            <a:ext cx="433060" cy="4330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22376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a random guess for m and b (often both 0)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099816" y="2651760"/>
            <a:ext cx="32004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384548" y="1965960"/>
            <a:ext cx="585216" cy="585216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626" y="2042038"/>
            <a:ext cx="433060" cy="4330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11296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error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557016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current MSE cost with these m, b values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934456" y="2651760"/>
            <a:ext cx="32004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7219188" y="1965960"/>
            <a:ext cx="585216" cy="585216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266" y="2042038"/>
            <a:ext cx="433060" cy="4330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5936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 gradient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91656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partial derivatives of cost w.r.t. m and w.r.t. b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769096" y="2651760"/>
            <a:ext cx="32004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10053828" y="1965960"/>
            <a:ext cx="585216" cy="585216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906" y="2042038"/>
            <a:ext cx="433060" cy="4330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0576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Update &amp; repeat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226296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m and b opposite the gradient; repeat until converged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48640" y="3931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8640" y="3931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m − α·(∂MSE/∂m)      b = b − α·(∂MSE/∂b)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548640" y="5029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(alpha) is the learning rate — how big each step is.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— CODE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Descent, From Scratch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dataset where the true pattern is y = 2x + 1 — watch gradient descent find it with no help.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780130"/>
          </a:xfrm>
          <a:prstGeom prst="roundRect">
            <a:avLst>
              <a:gd name="adj" fmla="val 1935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48256"/>
            <a:ext cx="10607040" cy="327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gradient_descent(x, y, learning_rate=0.08, iterations=1000):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m_curr = b_curr = 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len(x)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range(iterations):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y_pred = m_curr * x + b_curr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cost = (1/n) * sum((y - y_pred) ** 2)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md = -(2/n) * sum(x * (y - y_pred))    # d(cost)/d(m)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bd = -(2/n) * sum(y - y_pred)           # d(cost)/d(b)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m_curr = m_curr - learning_rate * md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b_curr = b_curr - learning_rate * bd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m_curr, b_curr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np.array([1, 2, 3, 4, 5])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np.array([3, 5, 7, 9, 11])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m, b = gradient_descent(x, y)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print(m, b)   # 2.0000, 1.0000  -- found the true pattern!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It Converge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37744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2560320"/>
                <a:gridCol w="26517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(final)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2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5262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</a:t>
            </a:r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and b start at zero and get nudged, step by step, until the cost stops improving. This is exactly what sklearn's LinearRegression does internally — you just never see the loop.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Regression to Classification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2F6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want to predict “yes/no” instead of a number? Linear regression's output isn't bounded — it can predict -50 or 300, which makes no sense as a probability.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5526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08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function that squashes any input into a value between 0 and 1 — a probability.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07822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31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uses the sigmoid function to do exactly that.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90118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we'll use: predicting whether a student passes an exam, based on hours studied.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Sigmoid 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σ(z) = 1 / (1 + e⁻ᶻ)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here is the familiar linear part: z = m·x + b. The sigmoid then squashes that value into the range (0, 1).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46704"/>
            <a:ext cx="118872" cy="11887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→ large positive: σ(z) approaches 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03904"/>
            <a:ext cx="118872" cy="11887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→ large negative: σ(z) approaches 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61104"/>
            <a:ext cx="118872" cy="11887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0: σ(z) = 0.5 exactly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5349240" cy="41148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720840" y="5204167"/>
            <a:ext cx="110871" cy="-2759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1711" y="5201407"/>
            <a:ext cx="110871" cy="-3717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2582" y="5197690"/>
            <a:ext cx="110871" cy="-500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3453" y="5192686"/>
            <a:ext cx="110871" cy="-673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64324" y="5185957"/>
            <a:ext cx="110871" cy="-9039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75195" y="5176917"/>
            <a:ext cx="110871" cy="-1212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86066" y="5164797"/>
            <a:ext cx="110871" cy="-1621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6937" y="5148583"/>
            <a:ext cx="110871" cy="-2162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07808" y="5126959"/>
            <a:ext cx="110871" cy="-2872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18679" y="5098238"/>
            <a:ext cx="110871" cy="-3794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29550" y="5060298"/>
            <a:ext cx="110871" cy="-4975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40421" y="5010540"/>
            <a:ext cx="110871" cy="-6464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51292" y="4945894"/>
            <a:ext cx="110871" cy="-8296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62163" y="4862927"/>
            <a:ext cx="110871" cy="-104827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3034" y="4758100"/>
            <a:ext cx="110871" cy="-12985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83905" y="4628245"/>
            <a:ext cx="110871" cy="-156979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94776" y="4471267"/>
            <a:ext cx="110871" cy="-18426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05647" y="4287003"/>
            <a:ext cx="110871" cy="-20896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16518" y="4078038"/>
            <a:ext cx="110871" cy="-227913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27389" y="3850126"/>
            <a:ext cx="110871" cy="-23824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38260" y="3611880"/>
            <a:ext cx="110871" cy="-23824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49131" y="3373634"/>
            <a:ext cx="110871" cy="-227913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60002" y="3145722"/>
            <a:ext cx="110871" cy="-20896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70873" y="2936757"/>
            <a:ext cx="110871" cy="-18426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81744" y="2752493"/>
            <a:ext cx="110871" cy="-156979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92615" y="2595515"/>
            <a:ext cx="110871" cy="-12985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3486" y="2465660"/>
            <a:ext cx="110871" cy="-104827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14357" y="2360833"/>
            <a:ext cx="110871" cy="-8296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25228" y="2277866"/>
            <a:ext cx="110871" cy="-6464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36099" y="2213220"/>
            <a:ext cx="110871" cy="-4975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46970" y="2163462"/>
            <a:ext cx="110871" cy="-3794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57841" y="2125522"/>
            <a:ext cx="110871" cy="-2872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268712" y="2096801"/>
            <a:ext cx="110871" cy="-2162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379583" y="2075177"/>
            <a:ext cx="110871" cy="-1621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90454" y="2058963"/>
            <a:ext cx="110871" cy="-1212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01325" y="2046843"/>
            <a:ext cx="110871" cy="-9039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12196" y="2037803"/>
            <a:ext cx="110871" cy="-673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23067" y="2031074"/>
            <a:ext cx="110871" cy="-500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933938" y="2026070"/>
            <a:ext cx="110871" cy="-3717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44809" y="2022353"/>
            <a:ext cx="110871" cy="-2759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20840" y="3611880"/>
            <a:ext cx="4434840" cy="0"/>
          </a:xfrm>
          <a:prstGeom prst="line">
            <a:avLst/>
          </a:prstGeom>
          <a:noFill/>
          <a:ln w="12700">
            <a:solidFill>
              <a:srgbClr val="B33A3A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9692640" y="3337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threshold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1155680" y="5257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→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5508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Pass / Fail from Study Hours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3727704"/>
          </a:xfrm>
          <a:prstGeom prst="roundRect">
            <a:avLst>
              <a:gd name="adj" fmla="val 1962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82496"/>
            <a:ext cx="10607040" cy="3224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hours studied -&gt; passed (0 = no, 1 = yes)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 = [[0.5],[0.75],[1.0],[1.25],[1.5],[1.75],[2.0],[2.25],[2.5],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[2.75],[3.0],[3.25],[3.5],[4.0],[4.25],[4.5],[4.75],[5.0],[5.5]]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= [0,0,0,0,0,0,1,0,1,0,1,0,1,1,1,1,1,1,1]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LogisticRegression()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model.fit(hours, passed)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model.predict_proba([[1.5]])   # P(pass) = 0.177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model.predict_proba([[2.75]])  # P(pass) = 0.530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model.predict_proba([[4.0]])   # P(pass) = 0.855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model.predict([[1.5]])   # 0 -- predicted fail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model.predict([[4.0]])   # 1 -- predicted pass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Boundary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a probability. We apply a threshold (usually 0.5) to turn it into a yes/no decision.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88720" y="1828800"/>
            <a:ext cx="9784080" cy="37490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5036454"/>
            <a:ext cx="217170" cy="-1622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4530" y="5020233"/>
            <a:ext cx="217170" cy="-19215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71700" y="5001019"/>
            <a:ext cx="217170" cy="-22707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8870" y="4978312"/>
            <a:ext cx="217170" cy="-26757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4951555"/>
            <a:ext cx="217170" cy="-31425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23210" y="4920130"/>
            <a:ext cx="217170" cy="-36763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40380" y="4883367"/>
            <a:ext cx="217170" cy="-4281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57550" y="4840557"/>
            <a:ext cx="217170" cy="-4958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4790969"/>
            <a:ext cx="217170" cy="-5708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91890" y="4733886"/>
            <a:ext cx="217170" cy="-65247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09060" y="4668638"/>
            <a:ext cx="217170" cy="-73975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26230" y="4594664"/>
            <a:ext cx="217170" cy="-8310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4511563"/>
            <a:ext cx="217170" cy="-92393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0570" y="4419170"/>
            <a:ext cx="217170" cy="-10155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7740" y="4317619"/>
            <a:ext cx="217170" cy="-110217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94910" y="4207402"/>
            <a:ext cx="217170" cy="-117997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4089405"/>
            <a:ext cx="217170" cy="-124489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29250" y="3964916"/>
            <a:ext cx="217170" cy="-129325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46420" y="3835591"/>
            <a:ext cx="217170" cy="-13221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63590" y="3703379"/>
            <a:ext cx="217170" cy="-13296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570415"/>
            <a:ext cx="217170" cy="-131535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97930" y="3438880"/>
            <a:ext cx="217170" cy="-128015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5100" y="3310866"/>
            <a:ext cx="217170" cy="-12262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32270" y="3188239"/>
            <a:ext cx="217170" cy="-11569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3072549"/>
            <a:ext cx="217170" cy="-10759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6610" y="2964957"/>
            <a:ext cx="217170" cy="-9873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83780" y="2866227"/>
            <a:ext cx="217170" cy="-89495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00950" y="2776732"/>
            <a:ext cx="217170" cy="-80225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2696507"/>
            <a:ext cx="217170" cy="-7120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35290" y="2625305"/>
            <a:ext cx="217170" cy="-62635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52460" y="2562670"/>
            <a:ext cx="217170" cy="-5467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69630" y="2507999"/>
            <a:ext cx="217170" cy="-4739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0" y="2460602"/>
            <a:ext cx="217170" cy="-40847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03970" y="2419755"/>
            <a:ext cx="217170" cy="-3502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21140" y="2384732"/>
            <a:ext cx="217170" cy="-2990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38310" y="2354832"/>
            <a:ext cx="217170" cy="-2543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55480" y="2329401"/>
            <a:ext cx="217170" cy="-2156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72650" y="2307840"/>
            <a:ext cx="217170" cy="-18231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89820" y="2289610"/>
            <a:ext cx="217170" cy="-1538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06990" y="2274230"/>
            <a:ext cx="217170" cy="-1295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7360" y="3657600"/>
            <a:ext cx="8686800" cy="0"/>
          </a:xfrm>
          <a:prstGeom prst="line">
            <a:avLst/>
          </a:prstGeom>
          <a:noFill/>
          <a:ln w="15875">
            <a:solidFill>
              <a:srgbClr val="B33A3A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938319" y="2103120"/>
            <a:ext cx="0" cy="3017520"/>
          </a:xfrm>
          <a:prstGeom prst="line">
            <a:avLst/>
          </a:prstGeom>
          <a:noFill/>
          <a:ln w="19050">
            <a:solidFill>
              <a:srgbClr val="2E7D32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5023919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(2.66 hrs)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88720" y="54406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Studied →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23444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P(pass)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vs. Logistic Regression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93192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continuous 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probability (0 to 1), then a 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 (−∞ to +∞)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(0 to 1) via sigmoid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price from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 from study 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 minimizing 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 minimizing log 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184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fits a straight line (or hyperplane) to predict a number from one or more features.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957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feature just adds another term and another coefficient to learn.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729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is how models actually learn: guess, measure error, adjust, repeat.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502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adapts the same idea for yes/no predictions, using the sigmoid function.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5546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274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boundary is simply the point where predicted probability crosses 0.5.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49047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4688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Algorithms Down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gradient descent, and logistic regression are the building blocks nearly every other ML algorithm extends in some way.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206240"/>
            <a:ext cx="5029200" cy="0"/>
          </a:xfrm>
          <a:prstGeom prst="line">
            <a:avLst/>
          </a:prstGeom>
          <a:noFill/>
          <a:ln w="19050">
            <a:solidFill>
              <a:srgbClr val="2B4A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codebasics — Machine Learning Tutorial Python (videos 5+: KNN, decision trees, and more)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2026-09-21T01:21:57Z</dcterms:created>
  <dcterms:modified xsi:type="dcterms:W3CDTF">2026-09-21T01:21:57Z</dcterms:modified>
</cp:coreProperties>
</file>